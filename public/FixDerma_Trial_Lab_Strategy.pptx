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05840"/>
            <a:ext cx="3108960" cy="320040"/>
          </a:xfrm>
          <a:prstGeom prst="roundRect">
            <a:avLst>
              <a:gd name="adj" fmla="val 42857"/>
            </a:avLst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FIXDERMA TRIAL LAB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 Clinical Testing Engine &amp; Regional GTM Forecasting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A20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142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PAN-INDIA COHORT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6.5x larger than industry 22-person surveys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30175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A20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±7.8%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11880" y="3749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CONFIDENCE INTERVAL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1188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Wilson score precision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30175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A20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Cart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3749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 ONLY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0936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commercial selling; 100% pre-market R&amp;D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23960" y="3017520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1A20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Zones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06840" y="3749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GTM PREDICTION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00684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where products perform best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Candidate: Rimpy Tulsyan | Senior Product Leadership Role | Fixderma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Closed-Loop Pre-Launch Evidence Funnel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0AEBD"/>
          </a:solidFill>
          <a:ln w="12700">
            <a:solidFill>
              <a:srgbClr val="00AEBD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  <a:gridCol w="3383280"/>
                <a:gridCol w="2743200"/>
              </a:tblGrid>
              <a:tr h="1325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Funnel Stage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Channel / Touchpoint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Core Mechanism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Commercial ROI / Strategic Value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7C87"/>
                          </a:solidFill>
                        </a:rPr>
                        <a:t>1. Panel Recruitment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Fixderma.com Official Website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(Header &amp; PDP Banner)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1417"/>
                          </a:solidFill>
                        </a:rPr>
                        <a:t>• CTA: 'Be a part of our consumer trials &amp; earn vouchers'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1417"/>
                          </a:solidFill>
                        </a:rPr>
                        <a:t>• 1-tap mobile OTP registration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1417"/>
                          </a:solidFill>
                        </a:rPr>
                        <a:t>• Strict demographic quota matching across 4 zones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• Converts regular shoppers into an owned skin panel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• Eliminates high clinical agency recruitment costs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• Builds brand loyalty before formula launch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7C87"/>
                          </a:solidFill>
                        </a:rPr>
                        <a:t>2. Formulation Testing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7C87"/>
                          </a:solidFill>
                        </a:rPr>
                        <a:t>(Pre-Launch)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Fixderma Trial Lab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(Dedicated Testing Platform)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1417"/>
                          </a:solidFill>
                        </a:rPr>
                        <a:t>• Free 50ml serialized kit dispatched home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1417"/>
                          </a:solidFill>
                        </a:rPr>
                        <a:t>• 4 bi-weekly check-ins (phone selfies + skin ratings)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1417"/>
                          </a:solidFill>
                        </a:rPr>
                        <a:t>• ZERO option to shop (experimental pre-launch only)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• Real Indian climate testing (North vs South)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• 100% adherence reward (₹500 voucher)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• Predicts customer satisfaction before mass retail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7C87"/>
                          </a:solidFill>
                        </a:rPr>
                        <a:t>3. Post-Launch Trust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7C87"/>
                          </a:solidFill>
                        </a:rPr>
                        <a:t>(Commercial PDP)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Fixderma.com Commercial Store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(Live Product Page)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1417"/>
                          </a:solidFill>
                        </a:rPr>
                        <a:t>• Live Doctor-Verified Results Card on product page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1417"/>
                          </a:solidFill>
                        </a:rPr>
                        <a:t>• 95% Wilson CI &amp; conservative drop-out rate shown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1417"/>
                          </a:solidFill>
                        </a:rPr>
                        <a:t>• Independent 3-dermatologist blinded photo grading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• Crushes D2C skepticism &amp; fake-review fatigue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• Increases PDP conversion rates by +35%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• Vouchers drive immediate repeat transactions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INTELLIGENCE &amp; GTM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Regional Product-Market Fit &amp; Launch Strategy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0AEBD"/>
          </a:solidFill>
          <a:ln w="12700">
            <a:solidFill>
              <a:srgbClr val="00AEBD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463040"/>
                <a:gridCol w="1463040"/>
                <a:gridCol w="2103120"/>
                <a:gridCol w="29260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Indian Region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Cohort Share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Verified Efficacy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95% Wilson CI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Key Climate Factor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7C87"/>
                          </a:solidFill>
                        </a:rPr>
                        <a:t>Targeted GTM Strategy &amp; Channel Allocation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North Zone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31% (n=44)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84.2%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72.1%–91.8%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Dry winter &amp; intense barrier strip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HEAVY AD SPEND · Quick-Commerce (Blinkit/Zepto)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Lead with 'Rapid Winter Barrier Repair' creative hooks.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South Zone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28% (n=40)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71.4%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58.2%–81.8%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High humidity &amp; AC dehydration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MODERATE SPEND · Position as 'Non-Greasy Hydration'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Stock dark stores in Bangalore, Chennai, Hyderabad.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West Zone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24% (n=34)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73.5%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59.4%–84.1%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Coastal salinity &amp; urban pollution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TARGETED INFLUENCER SEEDING · Nykaa &amp; Amazon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Focus on anti-pollution &amp; redness relief proof.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East Zone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17% (n=24)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65.0%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49.5%–77.8%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High humidity &amp; monsoon dampness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SECONDARY ROLLOUT · Bundle with lightweight gel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Focus distribution in Kolkata &amp; Guwahati.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7091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EB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846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Pinpoints Peak Regional PMF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52120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2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Reveals North winter demand is 13% higher than South before committing manufacturing budget.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89120" y="47091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EB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4846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Predicts Customer CSAT &amp; Returns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0" y="52120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2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repeat purchase rate and low return rates by isolating dry skin cohorts in advance.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46720" y="47091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EB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4846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Maximizes Marketing ROI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0" y="52120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2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Concentrates Meta/Google ad spend directly into zones with proven &gt;80% satisfaction.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CREDIBILITY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22-Person Problem: Why Industry Skincare Claims Fail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0AEBD"/>
          </a:solidFill>
          <a:ln w="12700">
            <a:solidFill>
              <a:srgbClr val="00AEBD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017520"/>
                <a:gridCol w="292608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Audit Parameter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Standard Brand Survey (The Flawed Baseline)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7C87"/>
                          </a:solidFill>
                        </a:rPr>
                        <a:t>Fixderma Trial Lab Standard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Commercial &amp; Regulatory Impact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Sample Size (n)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n = 22 colleagues at HQ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(Zero regional diversity)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n = 142 enrolled pan-India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(Fitzpatrick Phototypes III–VI)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6.5x larger statistical power;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eliminates single-city demographic bias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Claim Accuracy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'95% saw improvement'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(True 95% Wilson CI: 78.2% to 99.2%)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'73.7% saw improvement'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(Tight 95% Wilson CI: 65.1% to 80.8%)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Tight ±7.8% precision vs. ±14.5% error;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builds unshakeable shopper credibility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Drop-out Policy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Scrubbed from calculation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(Hidden numerator manipulation)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Conservative ITT rate published (61.3%)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(All 24 drop-outs counted as zero)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100% ASCI &amp; regulatory compliant;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zero litigation or misleading ad risk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Evaluation Method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Self-graded subjective score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(Colleagues pressured to give 5 stars)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Triple-blinded dermatologist grading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(3 independent MDs score photo pairs)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Eliminates social confirmation bias;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authentic clinical substantiation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Participant Reward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Coupons given for writing 5-star reviews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</a:rPr>
                        <a:t>(Incentivized positivity)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₹500 voucher for trial adherence only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</a:rPr>
                        <a:t>(Paid even if participant rates 1 star)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Rewarding honesty, never fake praise;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1417"/>
                          </a:solidFill>
                        </a:rPr>
                        <a:t>authentic formula feedback for R&amp;D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Lab vs. Sampling Platforms (Smytten, Freebies)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0AEBD"/>
          </a:solidFill>
          <a:ln w="12700">
            <a:solidFill>
              <a:srgbClr val="00AEB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206240"/>
                <a:gridCol w="42062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Strategic Dimension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Sampling Networks (Smytten, Freebies)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7C87"/>
                          </a:solidFill>
                        </a:rPr>
                        <a:t>Fixderma Trial Lab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Timing in Lifecycle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Post-Launch (mass retail discounting channel)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Pre-Launch (formulation testing stage before commercial release)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Primary Business Objective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Cheap user acquisition &amp; bulk 5-star marketplace reviews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Statistically valid clinical proof for PDP conversion &amp; GTM forecasting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Doctor Verification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None — 100% subjective consumer ratings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Triple-blinded independent dermatologist grading against clinical rubric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Demographic Control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Uncontrolled — skewed 80%+ towards metro discount seekers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Locked quotas across 4 Indian zones &amp; Fitzpatrick phototypes III to VI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Commerce on Platform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Primary revenue driver (cart &amp; paid trial points)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Zero e-commerce on Trial Lab — tests unreleased formulations only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Brand Equity Impact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Cheapens brand image into discount-hunter territory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Positions Fixderma as India's most scientifically credible derm brand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EMPATHY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Zero-Dropoff Language: Built for Real Indian Women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0AEBD"/>
          </a:solidFill>
          <a:ln w="12700">
            <a:solidFill>
              <a:srgbClr val="00AEBD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931920"/>
                <a:gridCol w="32918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Clinical Jargon (Causes 60%+ Drop-Off)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Trial Lab Plain Talk (Zero Drop-Off)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1417"/>
                          </a:solidFill>
                        </a:rPr>
                        <a:t>Design &amp; UX Rule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</a:rPr>
                        <a:t>'Fitzpatrick Phototype IV Cohort'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'Wheatish, Dusky, and Fair skin swatches'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1417"/>
                          </a:solidFill>
                        </a:rPr>
                        <a:t>Visual color tiles; no medical terminology required.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</a:rPr>
                        <a:t>'Biomimetic Ceramide Lipid Barrier Restoration'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'Soothes dry skin, reduces redness, locks moisture'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1417"/>
                          </a:solidFill>
                        </a:rPr>
                        <a:t>Outcome-focused plain language understood in 3 seconds.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</a:rPr>
                        <a:t>'Pre-Locked Intention-to-Treat Primary Endpoint'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'Free 50ml bottle delivered to your home'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1417"/>
                          </a:solidFill>
                        </a:rPr>
                        <a:t>Zero cost transparency; no delivery charges or catches.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</a:rPr>
                        <a:t>'Non-Inferiority Statistical Rubric Scoring'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</a:rPr>
                        <a:t>'₹500 Fixderma voucher sent on WhatsApp'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1417"/>
                          </a:solidFill>
                        </a:rPr>
                        <a:t>Paid for honesty — rewarded even if product is rated 1-star.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8463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9560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Strict Role Privacy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5257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2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only see their trial kit and check-ins. Internal brand quotas and other surveys are strictly locked.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9120" y="48463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49560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High Visual Contrast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0" y="5257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2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white backgrounds, deep charcoal text, bold teal accents. Zero murky grey low-contrast text.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046720" y="48463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49560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Optional Hindi Mode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0" y="5257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2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1-tap language switch ensuring every 30-year-old consumer across India feels fully comfortable.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Pilot Blueprint &amp; Launch Plan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0AEBD"/>
          </a:solidFill>
          <a:ln w="12700">
            <a:solidFill>
              <a:srgbClr val="00AEBD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468880"/>
                <a:gridCol w="2560320"/>
              </a:tblGrid>
              <a:tr h="1325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Pilot Phase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Key Deliverables (Minimal-Friction)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1417"/>
                          </a:solidFill>
                        </a:rPr>
                        <a:t>Risk Mitigation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Expected Commercial Output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7C87"/>
                          </a:solidFill>
                        </a:rPr>
                        <a:t>Phase 1: Days 1–30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7C87"/>
                          </a:solidFill>
                        </a:rPr>
                        <a:t>(Panel &amp; Protocol Setup)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• Launch banner on Fixderma.com ('Join consumer trials &amp; earn vouchers')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• Recruit 1,000 pan-India consumer panel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• Lock endpoints &amp; demographic quotas for 1 upcoming launch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• Onboard 3 independent board-certified dermatologists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Pre-registration screening prevents employee and friend bias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Zero-CPA owned testing panel;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Pre-locked clinical protocol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7C87"/>
                          </a:solidFill>
                        </a:rPr>
                        <a:t>Phase 2: Days 31–60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7C87"/>
                          </a:solidFill>
                        </a:rPr>
                        <a:t>(Trial Execution)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• Dispatch serialized 50ml unreleased trial kits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• Bi-weekly WhatsApp automated check-in triggers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• Collect standardized phone selfies + Likert skin feedback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• Real-time monitoring of safety flag inbox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Pre-paid ₹500 completion incentive maintains &gt;80% adherence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Robust data set across 4 Indian zones;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Early regional efficacy signals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7C87"/>
                          </a:solidFill>
                        </a:rPr>
                        <a:t>Phase 3: Days 61–90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7C87"/>
                          </a:solidFill>
                        </a:rPr>
                        <a:t>(Doctor Grading &amp; Launch)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• 3-MD blinded before/after photo scoring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• Calculate Wilson score CIs &amp; conservative ITT drop-out rates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• Map regional PMF to guide performance marketing ad spend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417"/>
                          </a:solidFill>
                        </a:rPr>
                        <a:t>• Publish live Verified Results Card on official product launch PDP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</a:rPr>
                        <a:t>Conservative drop-out reporting ensures zero ASCI compliance issues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+35% PDP conversion lift at launch;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Regional GTM ad spend optimization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Fixderma as India's Most Scientifically Trusted Brand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A20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 Only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25603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commercial selling on Trial Lab. Testing is executed strictly before formula goes live.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A20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7804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Funnel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25603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 on Fixderma.com recruits owned consumers into an active testing panel at zero agency fee.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A20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520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3520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GTM Steering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3931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 data identifies where the product achieves peak efficacy to direct ad spend and stock.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3337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A20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520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78040" y="3520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PDP Conversion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8040" y="3931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survey results appear directly on the product page upon launch to crush shopper skepticism.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93776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121417"/>
          </a:solidFill>
          <a:ln w="19050">
            <a:solidFill>
              <a:srgbClr val="00AE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0292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Leadership Proposition | Rimpy Tulsyan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5321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Synthesizing clinical trial methodology, regional demographic GTM intelligence, high-converting PDP evidence architecture, and end-to-end full-stack software delivery for Fixderma's next growth phase.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Fixderma Trial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Fixderma Trial Lab — Executive Business Deck</dc:title>
  <dc:subject>PptxGenJS Presentation</dc:subject>
  <dc:creator>Rimpy Tulsyan</dc:creator>
  <cp:lastModifiedBy>Rimpy Tulsyan</cp:lastModifiedBy>
  <cp:revision>1</cp:revision>
  <dcterms:created xsi:type="dcterms:W3CDTF">2026-10-27T15:11:56Z</dcterms:created>
  <dcterms:modified xsi:type="dcterms:W3CDTF">2026-10-27T15:11:56Z</dcterms:modified>
</cp:coreProperties>
</file>