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Saw a launch survey run on a company’s own employees, without naming the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8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Fixderma Trial Lab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where a new product works best, before you launch it.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quota-sampled consumer-use testing and regional wearability evaluation engine.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prototype. Sample data. · Fixderma Trial Lab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8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Small samples give very wide ranges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22 people, 22 of 22 saying yes means the true rate could be 85% to 100%.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contrast, n = 142 provides a tight ±7% margin of error across climates with pre-locked endpoints.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prototype. Sample data. · Fixderma Trial Lab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8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Idea: Study → Regions → Launch Order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evidence guides distribution before national rollout.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Structured consumer panel across 3 climate zones.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Weekly blinded photo and wearability reviews.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Rule-based suggested launch order for dark stores and retail.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prototype. Sample data. · Fixderma Trial Lab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8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Study Runs: Five Static Phases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Transparent, standardized, DPDP-compliant workflow.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Consent under India DPDP Act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Fresh kit arrives at participant residence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Structured check-ins at weeks 0, 2, 4, 8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Ongoing safety reaction logging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Dermatologists score photos without participant details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get a ₹500 voucher for completing every check-in, the same for everyone whatever they report.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prototype. Sample data. · Fixderma Trial Lab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8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by Region: The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progression across hot-humid, hot-dry, and temperate zones.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Temperate: 89% comfortable (95% range: 77–95%)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Hot-dry: 81% comfortable (95% range: 69–90%)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Hot-humid: 67% comfortable (95% range: 53–79%)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launch order card rule: Non-overlapping ranges recommend launching in Temperate &amp; Hot-dry first.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prototype. Sample data. · Fixderma Trial Lab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8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Numbers: Shopper Preview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defensible product page evidence.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Sample size: 142 enrolled, 118 completed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comfort rate: 79% (95% range: 71–85%)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Counting everyone who started: 65%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Safety log: 0 serious reactions; 1 moderate reaction reported (participant stopped product)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efficacy claims; wearability and comfort only.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prototype. Sample data. · Fixderma Trial Lab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8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Lab: The 90-Day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Lifting dark-store availability from 69% to &gt;95%.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Days 1–30: Baseline platform vendor portals and fix core listing basics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Days 31–60: Close dark-store gaps in Gurugram &amp; Bengaluru; target ad spend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Days 61–90: Scale replenishment SOP and align inventory to Trial Lab regional findings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details available in the Quick-Commerce Growth Audit PDF.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prototype. Sample data. · Fixderma Trial Lab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8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A 90-Day Pilot on One Launch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Operationalize Trial Lab on a single hero SKU.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 end-to-end 90-day pilot on one upcoming formulation across 7 cities, validate wearability across climates, and execute the dark-store growth playbook.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prototype. Sample data. · Fixderma Trial Lab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Fixderma Trial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Fixderma Trial Lab — Overview</dc:title>
  <dc:subject>PptxGenJS Presentation</dc:subject>
  <dc:creator>Rimpy Tulsyan</dc:creator>
  <cp:lastModifiedBy>Rimpy Tulsyan</cp:lastModifiedBy>
  <cp:revision>1</cp:revision>
  <dcterms:created xsi:type="dcterms:W3CDTF">2026-10-27T16:11:38Z</dcterms:created>
  <dcterms:modified xsi:type="dcterms:W3CDTF">2026-10-27T16:11:38Z</dcterms:modified>
</cp:coreProperties>
</file>